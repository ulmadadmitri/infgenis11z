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4"/>
  </p:notesMasterIdLst>
  <p:sldIdLst>
    <p:sldId id="256" r:id="rId2"/>
    <p:sldId id="26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384D52-A13F-46A2-8AAC-EC9A00ACF093}" type="datetimeFigureOut">
              <a:rPr lang="ru-RU" smtClean="0"/>
              <a:t>23.05.2022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7AD02D-8519-4DC7-B4F5-48D88C23DB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7160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03744-C891-4A4E-8874-DA6CDDF1EBD2}" type="datetime1">
              <a:rPr lang="en-US" smtClean="0"/>
              <a:t>5/23/2022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F1D1-2E87-49F4-BADD-BFDC10379896}" type="datetime1">
              <a:rPr lang="en-US" smtClean="0"/>
              <a:t>5/23/2022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1F501-DF18-49A6-BAF7-22FE8D5F5104}" type="datetime1">
              <a:rPr lang="en-US" smtClean="0"/>
              <a:t>5/23/2022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E3026-CB0F-4D90-913E-27896042D1A5}" type="datetime1">
              <a:rPr lang="en-US" smtClean="0"/>
              <a:t>5/23/2022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CBA1F-DFD5-42B5-A1AE-186BB7116540}" type="datetime1">
              <a:rPr lang="en-US" smtClean="0"/>
              <a:t>5/23/2022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5CBF-0F9D-40AB-BF84-37DBC9B83191}" type="datetime1">
              <a:rPr lang="en-US" smtClean="0"/>
              <a:t>5/23/2022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50C02-281C-4988-897C-34B5557B12F5}" type="datetime1">
              <a:rPr lang="en-US" smtClean="0"/>
              <a:t>5/23/2022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66DC-9E2F-4287-B246-467F25A19654}" type="datetime1">
              <a:rPr lang="en-US" smtClean="0"/>
              <a:t>5/23/2022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2183B-6253-4020-BF41-AE830022575B}" type="datetime1">
              <a:rPr lang="en-US" smtClean="0"/>
              <a:t>5/23/2022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336F-1C8C-4237-AA7C-F19EDE79B6A8}" type="datetime1">
              <a:rPr lang="en-US" smtClean="0"/>
              <a:t>5/23/2022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E2D5-16FE-4FEE-8F12-238C4C1C829C}" type="datetime1">
              <a:rPr lang="en-US" smtClean="0"/>
              <a:t>5/23/2022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B3A6BE20-8A1D-4A27-A426-9DCD7E5A3B96}" type="datetime1">
              <a:rPr lang="en-US" smtClean="0"/>
              <a:t>5/23/2022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FE41D3-4401-45C6-88C0-C6A00BEE6F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Реферат</a:t>
            </a:r>
            <a:br>
              <a:rPr lang="ru-RU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 дисциплине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“Informatica 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Generala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u-RU" sz="24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9C59EFA-CD91-494E-8681-9912260B18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Дополненная реальность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EEBB23-8658-4E8F-818F-825E2F7227E7}"/>
              </a:ext>
            </a:extLst>
          </p:cNvPr>
          <p:cNvSpPr txBox="1"/>
          <p:nvPr/>
        </p:nvSpPr>
        <p:spPr>
          <a:xfrm>
            <a:off x="6096000" y="6211669"/>
            <a:ext cx="3036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Ульмада</a:t>
            </a:r>
            <a:r>
              <a:rPr lang="ru-RU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Дмитрий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IS11Z</a:t>
            </a:r>
            <a:endParaRPr lang="ru-RU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80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6516F1-2B10-45D6-857B-0782866A6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643239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814B10-4F58-46F0-9D4B-33E3F43D9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1808" y="1451295"/>
            <a:ext cx="7958331" cy="4598649"/>
          </a:xfrm>
        </p:spPr>
        <p:txBody>
          <a:bodyPr>
            <a:normAutofit/>
          </a:bodyPr>
          <a:lstStyle/>
          <a:p>
            <a:r>
              <a:rPr lang="ru-RU" sz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</a:p>
          <a:p>
            <a:r>
              <a:rPr lang="ru-RU" sz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 Что такое дополненная реальность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(AR)</a:t>
            </a:r>
            <a:endParaRPr lang="ru-RU" sz="12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 История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endParaRPr lang="ru-RU" sz="12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Принцип работы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</a:p>
          <a:p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ru-RU" sz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 </a:t>
            </a:r>
            <a:r>
              <a:rPr lang="ru-RU" sz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образовании</a:t>
            </a:r>
          </a:p>
          <a:p>
            <a:r>
              <a:rPr lang="ru-RU" sz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Военные технологии</a:t>
            </a:r>
          </a:p>
          <a:p>
            <a:r>
              <a:rPr lang="ru-RU" sz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 Использование в будущем</a:t>
            </a:r>
          </a:p>
          <a:p>
            <a:r>
              <a:rPr lang="ru-RU" sz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Сфера развлечений</a:t>
            </a:r>
          </a:p>
          <a:p>
            <a:r>
              <a:rPr lang="ru-RU" sz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Заключение</a:t>
            </a:r>
          </a:p>
          <a:p>
            <a:r>
              <a:rPr lang="ru-RU" sz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Библиография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2EE8AA-A2B5-474B-B7ED-F9AEC7B92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4703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E67AC9-02DC-429B-ACD4-93EF3FD00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B1EAD4-D4DD-4774-9593-07972D99FA5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7500" lnSpcReduction="20000"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ru-RU" sz="23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Дополненная реальность – одна из многих технологий взаимодействия человека и компьютера. Ее специфика заключается в том, что она программным образом визуально совмещает два изначально независимых пространства: мир реальных объектов вокруг нас и виртуальный мир, воссозданный на компьютере.</a:t>
            </a:r>
          </a:p>
          <a:p>
            <a:pPr indent="0" algn="just">
              <a:lnSpc>
                <a:spcPct val="150000"/>
              </a:lnSpc>
              <a:buNone/>
            </a:pPr>
            <a:r>
              <a:rPr lang="ru-RU" sz="23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Основа технологии дополненной реальности – это система оптического трекинга. Это значит, что «глазами» системы становится камера, а «руками» - маркеры. Камера распознает маркеры в реальном мире, «переносит» их в виртуальную среду, накладывает один слой реальности на другой и таким образом создает мир дополненной реальности.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BEDB34AE-81BC-4DFE-991D-5F6FC189A23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65132" y="2639254"/>
            <a:ext cx="3895725" cy="2823551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1C0102-3450-4D99-AD3C-AFF0DE3DEB54}"/>
              </a:ext>
            </a:extLst>
          </p:cNvPr>
          <p:cNvSpPr txBox="1"/>
          <p:nvPr/>
        </p:nvSpPr>
        <p:spPr>
          <a:xfrm>
            <a:off x="7421757" y="5462805"/>
            <a:ext cx="238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Рис 1.1 (маркеры)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6CB39F2-A5E8-4585-95B7-37E57C648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39492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67A2B4-9DFE-4CFF-BFE9-81018FA8B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 Что такое дополненная реальность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0496FC-3896-4C77-AD25-ECDA4CD69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indent="0">
              <a:lnSpc>
                <a:spcPct val="150000"/>
              </a:lnSpc>
              <a:buNone/>
            </a:pPr>
            <a:r>
              <a:rPr lang="ru-RU" sz="19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Дополненная реальность — это среда, в реальном времени дополняющая физический мир, каким мы его видим, цифровыми данными с помощью каких-либо устройств — планшетов, смартфонов или других, и программной части. Например, Google Glass или шлем Железного Человека. Системы прицеливания в современных боевых самолетах — это тоже дополненная реальность.</a:t>
            </a:r>
          </a:p>
          <a:p>
            <a:pPr indent="0">
              <a:lnSpc>
                <a:spcPct val="150000"/>
              </a:lnSpc>
              <a:buNone/>
            </a:pPr>
            <a:r>
              <a:rPr lang="ru-RU" sz="19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Дополненную реальность (</a:t>
            </a:r>
            <a:r>
              <a:rPr lang="ru-RU" sz="1900" dirty="0" err="1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augmented</a:t>
            </a:r>
            <a:r>
              <a:rPr lang="ru-RU" sz="19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900" dirty="0" err="1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reality</a:t>
            </a:r>
            <a:r>
              <a:rPr lang="ru-RU" sz="19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AR) надо отличать от виртуальной (</a:t>
            </a:r>
            <a:r>
              <a:rPr lang="ru-RU" sz="1900" dirty="0" err="1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virtual</a:t>
            </a:r>
            <a:r>
              <a:rPr lang="ru-RU" sz="19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900" dirty="0" err="1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reality</a:t>
            </a:r>
            <a:r>
              <a:rPr lang="ru-RU" sz="19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VR) и смешанной (</a:t>
            </a:r>
            <a:r>
              <a:rPr lang="ru-RU" sz="1900" dirty="0" err="1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mixed</a:t>
            </a:r>
            <a:r>
              <a:rPr lang="ru-RU" sz="19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900" dirty="0" err="1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reality</a:t>
            </a:r>
            <a:r>
              <a:rPr lang="ru-RU" sz="19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MR).</a:t>
            </a:r>
          </a:p>
          <a:p>
            <a:pPr indent="0">
              <a:lnSpc>
                <a:spcPct val="150000"/>
              </a:lnSpc>
              <a:buNone/>
            </a:pPr>
            <a:r>
              <a:rPr lang="ru-RU" sz="19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дополненной реальности виртуальные объекты проецируются на реальное окружение.</a:t>
            </a:r>
          </a:p>
          <a:p>
            <a:pPr indent="0">
              <a:lnSpc>
                <a:spcPct val="150000"/>
              </a:lnSpc>
              <a:buNone/>
            </a:pPr>
            <a:r>
              <a:rPr lang="ru-RU" sz="19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Виртуальная реальность - это созданный техническими средствами мир, передаваемый человеку через (пока что) органы чувств.</a:t>
            </a:r>
          </a:p>
          <a:p>
            <a:pPr indent="0">
              <a:lnSpc>
                <a:spcPct val="150000"/>
              </a:lnSpc>
              <a:buNone/>
            </a:pPr>
            <a:r>
              <a:rPr lang="ru-RU" sz="19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Смешанная или гибридная реальность объединяет оба подхода.</a:t>
            </a:r>
          </a:p>
          <a:p>
            <a:pPr indent="0">
              <a:lnSpc>
                <a:spcPct val="150000"/>
              </a:lnSpc>
              <a:buNone/>
            </a:pPr>
            <a:r>
              <a:rPr lang="ru-RU" sz="19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 есть, виртуальная реальность создает свой мир, куда может погрузиться человек, а дополненная добавляет виртуальные элементы в мир реальный. Выходит, что </a:t>
            </a:r>
            <a:r>
              <a:rPr lang="en-CA" sz="19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VR</a:t>
            </a:r>
            <a:r>
              <a:rPr lang="ru-RU" sz="19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взаимодействует лишь с пользователями, а AR - со всем внешним миром.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2D0565A-372D-4DF8-9745-45D2F86D3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38535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471039-9650-469B-B5E0-2EFE1C692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 История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endParaRPr lang="ru-RU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F2B736-6A42-4F4B-A9B1-861CD6A83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indent="0">
              <a:lnSpc>
                <a:spcPct val="150000"/>
              </a:lnSpc>
              <a:buNone/>
            </a:pPr>
            <a:r>
              <a:rPr lang="ru-RU" sz="18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1960-х годах американский ученый </a:t>
            </a:r>
            <a:r>
              <a:rPr lang="ru-RU" sz="1800" dirty="0" err="1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Айвен</a:t>
            </a:r>
            <a:r>
              <a:rPr lang="ru-RU" sz="18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Сазерленд разработал систему, послужившую прототипом настоящих устройств дополненной реальности. Система представляла собой устройство, одевающееся на голову, но из-за большого веса закрепленное на потолке, которое через специальные линзы отображало объемные цифровые объекты. </a:t>
            </a:r>
          </a:p>
          <a:p>
            <a:pPr indent="0">
              <a:lnSpc>
                <a:spcPct val="150000"/>
              </a:lnSpc>
              <a:buNone/>
            </a:pPr>
            <a:r>
              <a:rPr lang="ru-RU" sz="18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После достижений в области вычислительной производительности компьютеров, данное направление исследований стало бурно развиваться и сформировалось в отдельную область компьютерной графики. Термин «дополненная реальность» (по англ. «</a:t>
            </a:r>
            <a:r>
              <a:rPr lang="ru-RU" sz="1800" dirty="0" err="1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augmented</a:t>
            </a:r>
            <a:r>
              <a:rPr lang="ru-RU" sz="18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reality</a:t>
            </a:r>
            <a:r>
              <a:rPr lang="ru-RU" sz="18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» или AR) появился в 1992 году в ходе работ по усовершенствованию производственного процесса в компании Boeing. Тогда была создана программа, помогающая определить местоположение кабелей, запчастей в процессе строительства или ремонта. В 1999 году </a:t>
            </a:r>
            <a:r>
              <a:rPr lang="ru-RU" sz="1800" dirty="0" err="1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Хироказу</a:t>
            </a:r>
            <a:r>
              <a:rPr lang="ru-RU" sz="18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Като создал программу </a:t>
            </a:r>
            <a:r>
              <a:rPr lang="ru-RU" sz="1800" dirty="0" err="1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ARToolKit</a:t>
            </a:r>
            <a:r>
              <a:rPr lang="ru-RU" sz="18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которая позволяла накладывать компьютерную графику на изображение с видеокамеры.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828979-8277-4172-9E40-2938EE159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6819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AA1ECB-9427-4FE9-9415-988645729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Принцип работы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endParaRPr lang="ru-RU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73156D-B923-4807-850E-B80447637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ru-RU" sz="19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Основная задача системы – определить трехмерное положение реальной метки по ее снимку, полученному с помощью камеры. Процесс распознавания происходит поэтапно. Сначала снимается изображение с камеры. Затем программа распознает пятна на каждом кадре видео в поисках заданного шаблона – рамки метки. Поскольку видео передается в формате 2D, то и найденная на кадре рамка метки определяется как 2D контур. Как только камера «находит» в окружающем пространстве рамку, ее следующая задача – определить, что именно изображено внутри рамки. Как только сделан последний шаг, задача системы – построить виртуальную 3D модель в двухмерной системе координат изображения камеры. И привязать ее к метке.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DF14234-A233-4FDF-A6AF-EB5A1C838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5433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799064-F6AB-4A0E-9397-86914DB25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Использование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 </a:t>
            </a:r>
            <a:r>
              <a:rPr lang="ru-RU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образовании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9EB869-3B42-4B19-9E24-C1FD30EB54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sz="18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Технология может занять ту нишу, которая в научной фантастике отдана голограммам. Только голограммы будут еще не скоро, а устройства вроде </a:t>
            </a:r>
            <a:r>
              <a:rPr lang="ru-RU" sz="1800" dirty="0" err="1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Хололенса</a:t>
            </a:r>
            <a:r>
              <a:rPr lang="ru-RU" sz="18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технически почти готовы. Перспектива увидеть в вузах, а после и школах, виртуальные интерактивные иллюстрации, которые можно рассмотреть со всех сторон, с которыми можно взаимодействовать и тут же видеть результат своих опытов, представляется прекрасным далёко из светлых фантазий о будущем. Обучение любым инженерным специальностям может стать куда более наглядным и легким для понимания.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B380BC84-7351-4C9E-9E46-EADFA8276E4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65913" y="2985489"/>
            <a:ext cx="3895725" cy="213162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8D5CDA-843F-4FE2-BDCE-868B06030DF7}"/>
              </a:ext>
            </a:extLst>
          </p:cNvPr>
          <p:cNvSpPr txBox="1"/>
          <p:nvPr/>
        </p:nvSpPr>
        <p:spPr>
          <a:xfrm>
            <a:off x="6619773" y="5117112"/>
            <a:ext cx="3988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Рис 1.2 (</a:t>
            </a:r>
            <a:r>
              <a:rPr lang="ru-RU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образование,архитектура</a:t>
            </a:r>
            <a:r>
              <a:rPr lang="ru-RU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177482A9-DD39-4DD4-9B15-E726A8452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909170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1CE1E6-7636-4942-A42F-EC3AAA9DA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Военные технологии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3BDE29-A34A-4A1A-A08E-E39B119FC9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если системы наведения в боевых истребителях, дронах и танках для армии — это сегодня дело обычное, т.к. именно из ранних систем дополненной реальности для летчиков и росли другие военные проекты в этой области. Например, продвинутые системы дополненной реальности для пехоты, которые будут внедряться уже через пару лет.</a:t>
            </a:r>
          </a:p>
          <a:p>
            <a:pPr indent="0" algn="just">
              <a:lnSpc>
                <a:spcPct val="150000"/>
              </a:lnSpc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 очереди — HUD 3.0, который должен выйти в следующем году. Он будет иметь возможность накладывать на реальную картинку полностью цифровые слои местности, модели зданий, планы этажей, позиции врагов и даже самих врагов. А это уже заявка на удешевление военных учений. Военные игры обходятся государственным бюджетам в колоссальные суммы каждый год, а с помощью систем дополненной реальности солдаты смогут тренироваться с условным противником не покидая пределов базы.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FA941251-B53C-4E8E-BBC2-589CF20124C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65913" y="2752076"/>
            <a:ext cx="3895725" cy="259844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6438B3-1405-4A22-A5C4-0633D5B64486}"/>
              </a:ext>
            </a:extLst>
          </p:cNvPr>
          <p:cNvSpPr txBox="1"/>
          <p:nvPr/>
        </p:nvSpPr>
        <p:spPr>
          <a:xfrm>
            <a:off x="6515888" y="5350524"/>
            <a:ext cx="4195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Рис 1.3 (симуляция военной техники)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20D37DA2-6B60-44F2-8485-17CB645E6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171811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1C1FE1-22E7-47C8-B50E-A01DDE420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 Использование в будущем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060DFD-1CDC-416F-BAC1-FD8C1F58C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indent="0">
              <a:lnSpc>
                <a:spcPct val="150000"/>
              </a:lnSpc>
              <a:buNone/>
            </a:pPr>
            <a:r>
              <a:rPr lang="ru-RU" sz="19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Резюмируя, дополненная реальность — это не только игры и селфи с виртуальными масками. Это гигантское количество возможностей для коммерческого применения, новые горизонты в образовании, промышленности, медицине, строительстве, торговле и даже туризме. И дальше должно быть только интереснее.</a:t>
            </a:r>
          </a:p>
          <a:p>
            <a:pPr indent="0">
              <a:lnSpc>
                <a:spcPct val="150000"/>
              </a:lnSpc>
              <a:buNone/>
            </a:pPr>
            <a:r>
              <a:rPr lang="ru-RU" sz="19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Коммерческий рост AR поразителен. Ей, в отличие от виртуальной реальности, необязательно опираться на специализированное железо и громоздкие устройства. Технология прекрасно работает на самом массовом носимом девайсе — смартфоне.</a:t>
            </a:r>
          </a:p>
          <a:p>
            <a:pPr indent="0">
              <a:lnSpc>
                <a:spcPct val="150000"/>
              </a:lnSpc>
              <a:buNone/>
            </a:pPr>
            <a:r>
              <a:rPr lang="ru-RU" sz="19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Дополненная реальность уже меняет наше настоящее: виртуальные маски, охота за покемонами по городам и болотам, дети, стреляющие друг в друга не из деревяшек, а через экран телефона. Сейчас это уже реальность.</a:t>
            </a:r>
          </a:p>
          <a:p>
            <a:pPr indent="0">
              <a:lnSpc>
                <a:spcPct val="150000"/>
              </a:lnSpc>
              <a:buNone/>
            </a:pPr>
            <a:r>
              <a:rPr lang="ru-RU" sz="19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Следующий шаг — массовый выход </a:t>
            </a:r>
            <a:r>
              <a:rPr lang="en-CA" sz="19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</a:t>
            </a:r>
            <a:r>
              <a:rPr lang="ru-RU" sz="19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из зоны развлечений и соцсетей в сектор информационной поддержки. Автопроизводители (пока лишь </a:t>
            </a:r>
            <a:r>
              <a:rPr lang="en-CA" sz="19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Hyundai</a:t>
            </a:r>
            <a:r>
              <a:rPr lang="ru-RU" sz="19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CA" sz="19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BMW</a:t>
            </a:r>
            <a:r>
              <a:rPr lang="ru-RU" sz="19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CA" sz="19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Audi</a:t>
            </a:r>
            <a:r>
              <a:rPr lang="ru-RU" sz="19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но список растет) начинают выпускать приложения-дополнения к пользовательским инструкциям, помогающие владельцам наглядно изучить свой автомобиль.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203AFF-08AD-4C79-942F-4C8A9E7C8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9324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1FAC78-07FB-40FC-ACF8-A3072F4A9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Сфера развлечений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78C892-BCA9-45C3-8DBE-EF1ED2CDAB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indent="0">
              <a:lnSpc>
                <a:spcPct val="150000"/>
              </a:lnSpc>
              <a:buNone/>
            </a:pPr>
            <a:r>
              <a:rPr lang="ru-RU" sz="22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Такие компании как Лего и Дисней активно ведут разработку игр с использованием </a:t>
            </a:r>
            <a:r>
              <a:rPr lang="ru-RU" sz="2200" dirty="0" err="1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ЭйАр</a:t>
            </a:r>
            <a:r>
              <a:rPr lang="ru-RU" sz="22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а намерения к ним присоединиться выразили практически все крупные производители игрушек. Исследовательские группы уже занялись сбором данных о том, как маленькие дети взаимодействуют с играми и приложениями дополненной реальности, и каким образом это влияет на их восприятие реального мира. Возможно, в будущем самые интересные идеи по развитию технологии будут звучать от тех, для кого эта самая технология была просто частью детства.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F955BF71-A66F-441A-8C51-08DFF05F092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65913" y="2881240"/>
            <a:ext cx="3895725" cy="2340121"/>
          </a:xfr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0BAE08-847B-4430-BD21-25113E598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00407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5B183A-53D6-4E99-A7CF-AFF7E6933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86849C-8A2F-4E38-A11D-A0946BD659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Сегодня мы с вами живем во время бурных исследований в отрасли. Даже у технологических гигантов нет ясной картины дальнейшего развития дополненной реальности. Это время непрерывного рождения идей, нахождения неожиданных способов применения и осознания всей мощи этой фантастической когда-то технологии — дополненной реальности.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7C2EEDED-2E31-4BCE-8F38-7AE3839D88F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65913" y="2955836"/>
            <a:ext cx="3895725" cy="2190929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07D9A9-C3BE-404E-9925-E1F2413263DA}"/>
              </a:ext>
            </a:extLst>
          </p:cNvPr>
          <p:cNvSpPr txBox="1"/>
          <p:nvPr/>
        </p:nvSpPr>
        <p:spPr>
          <a:xfrm>
            <a:off x="7267342" y="5146765"/>
            <a:ext cx="2692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Рис 1.4 (интерфейс)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8CDF1184-88AB-4CC3-8562-BC9BA161E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766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116B0EC-9B2F-4E1A-A1CE-E56B855C0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733" y="0"/>
            <a:ext cx="104526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244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Мэдисон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{3B7BF213-81DB-48CE-82F3-0E06CAB6CFCB}tf16401375</Template>
  <TotalTime>51</TotalTime>
  <Words>1127</Words>
  <Application>Microsoft Office PowerPoint</Application>
  <PresentationFormat>Широкоэкранный</PresentationFormat>
  <Paragraphs>58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Calibri</vt:lpstr>
      <vt:lpstr>MS Shell Dlg 2</vt:lpstr>
      <vt:lpstr>Times New Roman</vt:lpstr>
      <vt:lpstr>Wingdings</vt:lpstr>
      <vt:lpstr>Wingdings 3</vt:lpstr>
      <vt:lpstr>Мэдисон</vt:lpstr>
      <vt:lpstr>Реферат По дисциплине “Informatica Generala”</vt:lpstr>
      <vt:lpstr>Содержание</vt:lpstr>
      <vt:lpstr>Введение</vt:lpstr>
      <vt:lpstr>1.1 Что такое дополненная реальность</vt:lpstr>
      <vt:lpstr>1.2 История AR</vt:lpstr>
      <vt:lpstr>1.3 Принцип работы AR</vt:lpstr>
      <vt:lpstr>2.1 Использование AR в образовании</vt:lpstr>
      <vt:lpstr>2.2 Военные технологии</vt:lpstr>
      <vt:lpstr>2.3 Использование в будущем</vt:lpstr>
      <vt:lpstr>3. Сфера развлечений</vt:lpstr>
      <vt:lpstr>Заключение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Реферат По дисциплине “Informatica Generala”</dc:title>
  <dc:creator>Dmitri Ulmada</dc:creator>
  <cp:lastModifiedBy>Dmitri Ulmada</cp:lastModifiedBy>
  <cp:revision>8</cp:revision>
  <dcterms:created xsi:type="dcterms:W3CDTF">2022-05-22T22:56:25Z</dcterms:created>
  <dcterms:modified xsi:type="dcterms:W3CDTF">2022-05-22T23:48:31Z</dcterms:modified>
</cp:coreProperties>
</file>